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line"/>
          <p:cNvCxnSpPr/>
          <p:nvPr/>
        </p:nvCxnSpPr>
        <p:spPr>
          <a:xfrm>
            <a:off x="8542734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cxnSp>
        <p:nvCxnSpPr>
          <p:cNvPr id="3" name="line"/>
          <p:cNvCxnSpPr/>
          <p:nvPr/>
        </p:nvCxnSpPr>
        <p:spPr>
          <a:xfrm>
            <a:off x="6030516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cxnSp>
        <p:nvCxnSpPr>
          <p:cNvPr id="4" name="line"/>
          <p:cNvCxnSpPr/>
          <p:nvPr/>
        </p:nvCxnSpPr>
        <p:spPr>
          <a:xfrm>
            <a:off x="3649266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sp>
        <p:nvSpPr>
          <p:cNvPr id="5" name="R"/>
          <p:cNvSpPr/>
          <p:nvPr/>
        </p:nvSpPr>
        <p:spPr>
          <a:xfrm>
            <a:off x="7649766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リソース API</a:t>
            </a:r>
          </a:p>
        </p:txBody>
      </p:sp>
      <p:sp>
        <p:nvSpPr>
          <p:cNvPr id="6" name="A"/>
          <p:cNvSpPr/>
          <p:nvPr/>
        </p:nvSpPr>
        <p:spPr>
          <a:xfrm>
            <a:off x="5137547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認証サーバ</a:t>
            </a:r>
          </a:p>
        </p:txBody>
      </p:sp>
      <p:sp>
        <p:nvSpPr>
          <p:cNvPr id="7" name="B"/>
          <p:cNvSpPr/>
          <p:nvPr/>
        </p:nvSpPr>
        <p:spPr>
          <a:xfrm>
            <a:off x="2756297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ブラウザ</a:t>
            </a:r>
          </a:p>
        </p:txBody>
      </p:sp>
      <p:sp>
        <p:nvSpPr>
          <p:cNvPr id="8" name="R"/>
          <p:cNvSpPr/>
          <p:nvPr/>
        </p:nvSpPr>
        <p:spPr>
          <a:xfrm>
            <a:off x="7649766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リソース API</a:t>
            </a:r>
          </a:p>
        </p:txBody>
      </p:sp>
      <p:sp>
        <p:nvSpPr>
          <p:cNvPr id="9" name="A"/>
          <p:cNvSpPr/>
          <p:nvPr/>
        </p:nvSpPr>
        <p:spPr>
          <a:xfrm>
            <a:off x="5137547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認証サーバ</a:t>
            </a:r>
          </a:p>
        </p:txBody>
      </p:sp>
      <p:sp>
        <p:nvSpPr>
          <p:cNvPr id="10" name="B"/>
          <p:cNvSpPr/>
          <p:nvPr/>
        </p:nvSpPr>
        <p:spPr>
          <a:xfrm>
            <a:off x="2756297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ブラウザ</a:t>
            </a:r>
          </a:p>
        </p:txBody>
      </p:sp>
      <p:sp>
        <p:nvSpPr>
          <p:cNvPr id="11" name="box"/>
          <p:cNvSpPr/>
          <p:nvPr/>
        </p:nvSpPr>
        <p:spPr>
          <a:xfrm>
            <a:off x="5970984" y="1964531"/>
            <a:ext cx="119063" cy="523875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</p:sp>
      <p:sp>
        <p:nvSpPr>
          <p:cNvPr id="12" name="box"/>
          <p:cNvSpPr/>
          <p:nvPr/>
        </p:nvSpPr>
        <p:spPr>
          <a:xfrm>
            <a:off x="8483203" y="3012281"/>
            <a:ext cx="119063" cy="1571625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</p:sp>
      <p:sp>
        <p:nvSpPr>
          <p:cNvPr id="13" name="トークン失効時は 401 を返し再ログインへ"/>
          <p:cNvSpPr/>
          <p:nvPr/>
        </p:nvSpPr>
        <p:spPr>
          <a:xfrm>
            <a:off x="3351609" y="4702969"/>
            <a:ext cx="5488781" cy="464344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トークン失効時は 401 を返し再ログインへ</a:t>
            </a:r>
          </a:p>
        </p:txBody>
      </p:sp>
      <p:cxnSp>
        <p:nvCxnSpPr>
          <p:cNvPr id="14" name="line"/>
          <p:cNvCxnSpPr/>
          <p:nvPr/>
        </p:nvCxnSpPr>
        <p:spPr>
          <a:xfrm>
            <a:off x="3661172" y="1964531"/>
            <a:ext cx="2321719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line"/>
          <p:cNvCxnSpPr/>
          <p:nvPr/>
        </p:nvCxnSpPr>
        <p:spPr>
          <a:xfrm flipH="1">
            <a:off x="3696891" y="2488406"/>
            <a:ext cx="2274093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6" name="line"/>
          <p:cNvCxnSpPr/>
          <p:nvPr/>
        </p:nvCxnSpPr>
        <p:spPr>
          <a:xfrm>
            <a:off x="3661172" y="3012281"/>
            <a:ext cx="4833937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line"/>
          <p:cNvCxnSpPr/>
          <p:nvPr/>
        </p:nvCxnSpPr>
        <p:spPr>
          <a:xfrm flipH="1">
            <a:off x="6078141" y="3536156"/>
            <a:ext cx="2405062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8" name="line"/>
          <p:cNvCxnSpPr/>
          <p:nvPr/>
        </p:nvCxnSpPr>
        <p:spPr>
          <a:xfrm>
            <a:off x="6042422" y="4060031"/>
            <a:ext cx="2405062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line"/>
          <p:cNvCxnSpPr/>
          <p:nvPr/>
        </p:nvCxnSpPr>
        <p:spPr>
          <a:xfrm flipH="1">
            <a:off x="3696891" y="4583906"/>
            <a:ext cx="4786312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20" name="ログイン要求"/>
          <p:cNvSpPr/>
          <p:nvPr/>
        </p:nvSpPr>
        <p:spPr>
          <a:xfrm>
            <a:off x="4208859" y="1666875"/>
            <a:ext cx="1238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ログイン要求</a:t>
            </a:r>
          </a:p>
        </p:txBody>
      </p:sp>
      <p:sp>
        <p:nvSpPr>
          <p:cNvPr id="21" name="アクセストークン"/>
          <p:cNvSpPr/>
          <p:nvPr/>
        </p:nvSpPr>
        <p:spPr>
          <a:xfrm>
            <a:off x="4030266" y="2190750"/>
            <a:ext cx="1619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アクセストークン</a:t>
            </a:r>
          </a:p>
        </p:txBody>
      </p:sp>
      <p:sp>
        <p:nvSpPr>
          <p:cNvPr id="22" name="データ取得 (Bearer トークン)"/>
          <p:cNvSpPr/>
          <p:nvPr/>
        </p:nvSpPr>
        <p:spPr>
          <a:xfrm>
            <a:off x="4764030" y="2714625"/>
            <a:ext cx="2628221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データ取得 (Bearer トークン)</a:t>
            </a:r>
          </a:p>
        </p:txBody>
      </p:sp>
      <p:sp>
        <p:nvSpPr>
          <p:cNvPr id="23" name="トークン検証"/>
          <p:cNvSpPr/>
          <p:nvPr/>
        </p:nvSpPr>
        <p:spPr>
          <a:xfrm>
            <a:off x="6661547" y="3238500"/>
            <a:ext cx="1238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トークン検証</a:t>
            </a:r>
          </a:p>
        </p:txBody>
      </p:sp>
      <p:sp>
        <p:nvSpPr>
          <p:cNvPr id="24" name="検証 OK"/>
          <p:cNvSpPr/>
          <p:nvPr/>
        </p:nvSpPr>
        <p:spPr>
          <a:xfrm>
            <a:off x="6859119" y="3762375"/>
            <a:ext cx="771668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検証 OK</a:t>
            </a:r>
          </a:p>
        </p:txBody>
      </p:sp>
      <p:sp>
        <p:nvSpPr>
          <p:cNvPr id="25" name="レスポンス JSON"/>
          <p:cNvSpPr/>
          <p:nvPr/>
        </p:nvSpPr>
        <p:spPr>
          <a:xfrm>
            <a:off x="5321308" y="4286250"/>
            <a:ext cx="1537478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レスポンス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