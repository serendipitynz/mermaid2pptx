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ifier"/>
          <p:cNvSpPr/>
          <p:nvPr/>
        </p:nvSpPr>
        <p:spPr>
          <a:xfrm>
            <a:off x="4702303" y="2574845"/>
            <a:ext cx="2763370" cy="1708310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3" name="MailNotifier"/>
          <p:cNvSpPr/>
          <p:nvPr/>
        </p:nvSpPr>
        <p:spPr>
          <a:xfrm>
            <a:off x="2994438" y="4852592"/>
            <a:ext cx="2792821" cy="1639978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4" name="SlackNotifier"/>
          <p:cNvSpPr/>
          <p:nvPr/>
        </p:nvSpPr>
        <p:spPr>
          <a:xfrm>
            <a:off x="6356695" y="4852592"/>
            <a:ext cx="2840867" cy="1639978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sp>
        <p:nvSpPr>
          <p:cNvPr id="5" name="Dispatcher"/>
          <p:cNvSpPr/>
          <p:nvPr/>
        </p:nvSpPr>
        <p:spPr>
          <a:xfrm>
            <a:off x="4846442" y="365430"/>
            <a:ext cx="2475093" cy="1639978"/>
          </a:xfrm>
          <a:prstGeom prst="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</p:sp>
      <p:cxnSp>
        <p:nvCxnSpPr>
          <p:cNvPr id="6" name="line"/>
          <p:cNvCxnSpPr/>
          <p:nvPr/>
        </p:nvCxnSpPr>
        <p:spPr>
          <a:xfrm>
            <a:off x="4702303" y="3394834"/>
            <a:ext cx="2763371" cy="1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7" name="line"/>
          <p:cNvCxnSpPr/>
          <p:nvPr/>
        </p:nvCxnSpPr>
        <p:spPr>
          <a:xfrm>
            <a:off x="4702303" y="3668163"/>
            <a:ext cx="2763371" cy="12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8" name="line"/>
          <p:cNvCxnSpPr/>
          <p:nvPr/>
        </p:nvCxnSpPr>
        <p:spPr>
          <a:xfrm>
            <a:off x="2994438" y="5399251"/>
            <a:ext cx="2792820" cy="12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9" name="line"/>
          <p:cNvCxnSpPr/>
          <p:nvPr/>
        </p:nvCxnSpPr>
        <p:spPr>
          <a:xfrm>
            <a:off x="2994438" y="5945911"/>
            <a:ext cx="2792820" cy="1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0" name="line"/>
          <p:cNvCxnSpPr/>
          <p:nvPr/>
        </p:nvCxnSpPr>
        <p:spPr>
          <a:xfrm>
            <a:off x="6356695" y="5399251"/>
            <a:ext cx="2840867" cy="12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1" name="line"/>
          <p:cNvCxnSpPr/>
          <p:nvPr/>
        </p:nvCxnSpPr>
        <p:spPr>
          <a:xfrm>
            <a:off x="6356695" y="5945911"/>
            <a:ext cx="2840867" cy="1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2" name="line"/>
          <p:cNvCxnSpPr/>
          <p:nvPr/>
        </p:nvCxnSpPr>
        <p:spPr>
          <a:xfrm>
            <a:off x="4846442" y="912089"/>
            <a:ext cx="2475093" cy="12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3" name="line"/>
          <p:cNvCxnSpPr/>
          <p:nvPr/>
        </p:nvCxnSpPr>
        <p:spPr>
          <a:xfrm>
            <a:off x="4846442" y="1458749"/>
            <a:ext cx="2475093" cy="11"/>
          </a:xfrm>
          <a:prstGeom prst="straightConnector1">
            <a:avLst/>
          </a:prstGeom>
          <a:ln w="12700" cap="flat">
            <a:solidFill>
              <a:srgbClr val="9370DB"/>
            </a:solidFill>
            <a:round/>
            <a:headEnd type="none"/>
            <a:tailEnd type="none"/>
          </a:ln>
        </p:spPr>
      </p:cxnSp>
      <p:cxnSp>
        <p:nvCxnSpPr>
          <p:cNvPr id="14" name="edge Notifier-MailNotifier"/>
          <p:cNvCxnSpPr>
            <a:cxnSpLocks/>
            <a:stCxn id="2" idx="2"/>
            <a:endCxn id="3" idx="0"/>
          </p:cNvCxnSpPr>
          <p:nvPr/>
        </p:nvCxnSpPr>
        <p:spPr>
          <a:xfrm rot="5400000">
            <a:off x="4317772" y="4356231"/>
            <a:ext cx="569437" cy="423285"/>
          </a:xfrm>
          <a:prstGeom prst="curvedConnector3">
            <a:avLst/>
          </a:prstGeom>
          <a:ln w="12700" cap="flat">
            <a:solidFill>
              <a:srgbClr val="333333"/>
            </a:solidFill>
            <a:prstDash val="dash"/>
            <a:round/>
            <a:headEnd type="triangle"/>
            <a:tailEnd type="none"/>
          </a:ln>
        </p:spPr>
      </p:cxnSp>
      <p:cxnSp>
        <p:nvCxnSpPr>
          <p:cNvPr id="15" name="edge Notifier-SlackNotifier"/>
          <p:cNvCxnSpPr>
            <a:cxnSpLocks/>
            <a:stCxn id="2" idx="2"/>
            <a:endCxn id="4" idx="0"/>
          </p:cNvCxnSpPr>
          <p:nvPr/>
        </p:nvCxnSpPr>
        <p:spPr>
          <a:xfrm rot="5400000" flipV="1">
            <a:off x="7280768" y="4356231"/>
            <a:ext cx="569437" cy="423285"/>
          </a:xfrm>
          <a:prstGeom prst="curvedConnector3">
            <a:avLst/>
          </a:prstGeom>
          <a:ln w="12700" cap="flat">
            <a:solidFill>
              <a:srgbClr val="333333"/>
            </a:solidFill>
            <a:prstDash val="dash"/>
            <a:round/>
            <a:headEnd type="triangle"/>
            <a:tailEnd type="none"/>
          </a:ln>
        </p:spPr>
      </p:cxnSp>
      <p:cxnSp>
        <p:nvCxnSpPr>
          <p:cNvPr id="16" name="edge Dispatcher-Notifier"/>
          <p:cNvCxnSpPr>
            <a:cxnSpLocks/>
            <a:stCxn id="5" idx="2"/>
            <a:endCxn id="2" idx="0"/>
          </p:cNvCxnSpPr>
          <p:nvPr/>
        </p:nvCxnSpPr>
        <p:spPr>
          <a:xfrm>
            <a:off x="6083988" y="2005408"/>
            <a:ext cx="0" cy="569437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diamond"/>
            <a:tailEnd type="none"/>
          </a:ln>
        </p:spPr>
      </p:cxnSp>
      <p:sp>
        <p:nvSpPr>
          <p:cNvPr id="17" name="«interface»"/>
          <p:cNvSpPr/>
          <p:nvPr/>
        </p:nvSpPr>
        <p:spPr>
          <a:xfrm>
            <a:off x="5615093" y="2711510"/>
            <a:ext cx="937791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«interface»</a:t>
            </a:r>
          </a:p>
        </p:txBody>
      </p:sp>
      <p:sp>
        <p:nvSpPr>
          <p:cNvPr id="18" name="Notifier"/>
          <p:cNvSpPr/>
          <p:nvPr/>
        </p:nvSpPr>
        <p:spPr>
          <a:xfrm>
            <a:off x="5756117" y="2984839"/>
            <a:ext cx="655742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 b="1">
                <a:solidFill>
                  <a:srgbClr val="333333"/>
                </a:solidFill>
                <a:latin typeface="Noto Sans JP"/>
                <a:ea typeface="Noto Sans JP"/>
              </a:rPr>
              <a:t>Notifier</a:t>
            </a:r>
          </a:p>
        </p:txBody>
      </p:sp>
      <p:sp>
        <p:nvSpPr>
          <p:cNvPr id="19" name="+send(msg string) : error"/>
          <p:cNvSpPr/>
          <p:nvPr/>
        </p:nvSpPr>
        <p:spPr>
          <a:xfrm>
            <a:off x="4838968" y="3873161"/>
            <a:ext cx="2021145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+send(msg string) : error</a:t>
            </a:r>
          </a:p>
        </p:txBody>
      </p:sp>
      <p:sp>
        <p:nvSpPr>
          <p:cNvPr id="20" name="MailNotifier"/>
          <p:cNvSpPr/>
          <p:nvPr/>
        </p:nvSpPr>
        <p:spPr>
          <a:xfrm>
            <a:off x="3892502" y="4989257"/>
            <a:ext cx="996692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 b="1">
                <a:solidFill>
                  <a:srgbClr val="333333"/>
                </a:solidFill>
                <a:latin typeface="Noto Sans JP"/>
                <a:ea typeface="Noto Sans JP"/>
              </a:rPr>
              <a:t>MailNotifier</a:t>
            </a:r>
          </a:p>
        </p:txBody>
      </p:sp>
      <p:sp>
        <p:nvSpPr>
          <p:cNvPr id="21" name="+host string"/>
          <p:cNvSpPr/>
          <p:nvPr/>
        </p:nvSpPr>
        <p:spPr>
          <a:xfrm>
            <a:off x="3131103" y="5535916"/>
            <a:ext cx="953629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+host string</a:t>
            </a:r>
          </a:p>
        </p:txBody>
      </p:sp>
      <p:sp>
        <p:nvSpPr>
          <p:cNvPr id="22" name="+send(msg string) : error"/>
          <p:cNvSpPr/>
          <p:nvPr/>
        </p:nvSpPr>
        <p:spPr>
          <a:xfrm>
            <a:off x="3131103" y="6082576"/>
            <a:ext cx="2021145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+send(msg string) : error</a:t>
            </a:r>
          </a:p>
        </p:txBody>
      </p:sp>
      <p:sp>
        <p:nvSpPr>
          <p:cNvPr id="23" name="SlackNotifier"/>
          <p:cNvSpPr/>
          <p:nvPr/>
        </p:nvSpPr>
        <p:spPr>
          <a:xfrm>
            <a:off x="7230736" y="4989257"/>
            <a:ext cx="1092785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 b="1">
                <a:solidFill>
                  <a:srgbClr val="333333"/>
                </a:solidFill>
                <a:latin typeface="Noto Sans JP"/>
                <a:ea typeface="Noto Sans JP"/>
              </a:rPr>
              <a:t>SlackNotifier</a:t>
            </a:r>
          </a:p>
        </p:txBody>
      </p:sp>
      <p:sp>
        <p:nvSpPr>
          <p:cNvPr id="24" name="+webhook string"/>
          <p:cNvSpPr/>
          <p:nvPr/>
        </p:nvSpPr>
        <p:spPr>
          <a:xfrm>
            <a:off x="6493360" y="5535916"/>
            <a:ext cx="1333906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+webhook string</a:t>
            </a:r>
          </a:p>
        </p:txBody>
      </p:sp>
      <p:sp>
        <p:nvSpPr>
          <p:cNvPr id="25" name="+send(msg string) : error"/>
          <p:cNvSpPr/>
          <p:nvPr/>
        </p:nvSpPr>
        <p:spPr>
          <a:xfrm>
            <a:off x="6493360" y="6082576"/>
            <a:ext cx="2021145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+send(msg string) : error</a:t>
            </a:r>
          </a:p>
        </p:txBody>
      </p:sp>
      <p:sp>
        <p:nvSpPr>
          <p:cNvPr id="26" name="Dispatcher"/>
          <p:cNvSpPr/>
          <p:nvPr/>
        </p:nvSpPr>
        <p:spPr>
          <a:xfrm>
            <a:off x="5629329" y="502095"/>
            <a:ext cx="909319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 b="1">
                <a:solidFill>
                  <a:srgbClr val="333333"/>
                </a:solidFill>
                <a:latin typeface="Noto Sans JP"/>
                <a:ea typeface="Noto Sans JP"/>
              </a:rPr>
              <a:t>Dispatcher</a:t>
            </a:r>
          </a:p>
        </p:txBody>
      </p:sp>
      <p:sp>
        <p:nvSpPr>
          <p:cNvPr id="27" name="-targets []Notifier"/>
          <p:cNvSpPr/>
          <p:nvPr/>
        </p:nvSpPr>
        <p:spPr>
          <a:xfrm>
            <a:off x="4983107" y="1048754"/>
            <a:ext cx="1459182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-targets []Notifier</a:t>
            </a:r>
          </a:p>
        </p:txBody>
      </p:sp>
      <p:sp>
        <p:nvSpPr>
          <p:cNvPr id="28" name="+dispatch(msg string)"/>
          <p:cNvSpPr/>
          <p:nvPr/>
        </p:nvSpPr>
        <p:spPr>
          <a:xfrm>
            <a:off x="4983107" y="1595413"/>
            <a:ext cx="1747103" cy="27333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l">
              <a:lnSpc>
                <a:spcPct val="150000"/>
              </a:lnSpc>
            </a:pPr>
            <a:r>
              <a:rPr lang="ja-JP" altLang="en-US" sz="1400">
                <a:solidFill>
                  <a:srgbClr val="333333"/>
                </a:solidFill>
                <a:latin typeface="Noto Sans JP"/>
                <a:ea typeface="Noto Sans JP"/>
              </a:rPr>
              <a:t>+dispatch(msg string)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maid2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mermaid2pptx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mermaid2pptx</dc:creator>
</cp:coreProperties>
</file>