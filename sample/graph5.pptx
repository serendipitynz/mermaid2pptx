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Running"/>
          <p:cNvSpPr/>
          <p:nvPr/>
        </p:nvSpPr>
        <p:spPr>
          <a:xfrm>
            <a:off x="5668829" y="2071473"/>
            <a:ext cx="1545183" cy="3333429"/>
          </a:xfrm>
          <a:prstGeom prst="roundRect">
            <a:avLst>
              <a:gd name="adj" fmla="val 5844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t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Running</a:t>
            </a:r>
          </a:p>
        </p:txBody>
      </p:sp>
      <p:sp>
        <p:nvSpPr>
          <p:cNvPr id="3" name="root_start"/>
          <p:cNvSpPr/>
          <p:nvPr/>
        </p:nvSpPr>
        <p:spPr>
          <a:xfrm>
            <a:off x="5900116" y="351617"/>
            <a:ext cx="135270" cy="13527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</p:sp>
      <p:sp>
        <p:nvSpPr>
          <p:cNvPr id="4" name="Idle"/>
          <p:cNvSpPr/>
          <p:nvPr/>
        </p:nvSpPr>
        <p:spPr>
          <a:xfrm>
            <a:off x="5760921" y="969992"/>
            <a:ext cx="413659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Idle</a:t>
            </a:r>
          </a:p>
        </p:txBody>
      </p:sp>
      <p:sp>
        <p:nvSpPr>
          <p:cNvPr id="5" name="Loading"/>
          <p:cNvSpPr/>
          <p:nvPr/>
        </p:nvSpPr>
        <p:spPr>
          <a:xfrm>
            <a:off x="6096755" y="2433802"/>
            <a:ext cx="689331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Loading</a:t>
            </a:r>
          </a:p>
        </p:txBody>
      </p:sp>
      <p:sp>
        <p:nvSpPr>
          <p:cNvPr id="6" name="Processing"/>
          <p:cNvSpPr/>
          <p:nvPr/>
        </p:nvSpPr>
        <p:spPr>
          <a:xfrm>
            <a:off x="6007003" y="3544945"/>
            <a:ext cx="868835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Processing</a:t>
            </a:r>
          </a:p>
        </p:txBody>
      </p:sp>
      <p:sp>
        <p:nvSpPr>
          <p:cNvPr id="7" name="Saving"/>
          <p:cNvSpPr/>
          <p:nvPr/>
        </p:nvSpPr>
        <p:spPr>
          <a:xfrm>
            <a:off x="6145367" y="4656088"/>
            <a:ext cx="592106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Saving</a:t>
            </a:r>
          </a:p>
        </p:txBody>
      </p:sp>
      <p:sp>
        <p:nvSpPr>
          <p:cNvPr id="8" name="Error"/>
          <p:cNvSpPr/>
          <p:nvPr/>
        </p:nvSpPr>
        <p:spPr>
          <a:xfrm>
            <a:off x="5057663" y="6119899"/>
            <a:ext cx="500618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Error</a:t>
            </a:r>
          </a:p>
        </p:txBody>
      </p:sp>
      <p:sp>
        <p:nvSpPr>
          <p:cNvPr id="9" name="root_end"/>
          <p:cNvSpPr/>
          <p:nvPr/>
        </p:nvSpPr>
        <p:spPr>
          <a:xfrm>
            <a:off x="6692786" y="6245506"/>
            <a:ext cx="135441" cy="13527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</a:ln>
        </p:spPr>
      </p:sp>
      <p:cxnSp>
        <p:nvCxnSpPr>
          <p:cNvPr id="10" name="edge root_start-Idle"/>
          <p:cNvCxnSpPr>
            <a:cxnSpLocks/>
            <a:stCxn id="3" idx="2"/>
            <a:endCxn id="4" idx="0"/>
          </p:cNvCxnSpPr>
          <p:nvPr/>
        </p:nvCxnSpPr>
        <p:spPr>
          <a:xfrm>
            <a:off x="5967751" y="486886"/>
            <a:ext cx="0" cy="48310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Error-Idle"/>
          <p:cNvCxnSpPr>
            <a:cxnSpLocks/>
            <a:stCxn id="8" idx="0"/>
            <a:endCxn id="4" idx="1"/>
          </p:cNvCxnSpPr>
          <p:nvPr/>
        </p:nvCxnSpPr>
        <p:spPr>
          <a:xfrm rot="5400000" flipH="1" flipV="1">
            <a:off x="3099176" y="3458154"/>
            <a:ext cx="4816628" cy="506862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Idle-Running"/>
          <p:cNvCxnSpPr>
            <a:cxnSpLocks/>
            <a:stCxn id="4" idx="3"/>
            <a:endCxn id="2" idx="0"/>
          </p:cNvCxnSpPr>
          <p:nvPr/>
        </p:nvCxnSpPr>
        <p:spPr>
          <a:xfrm>
            <a:off x="6174580" y="1320310"/>
            <a:ext cx="473937" cy="751163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Running-Idle"/>
          <p:cNvCxnSpPr>
            <a:cxnSpLocks/>
            <a:stCxn id="2" idx="0"/>
            <a:endCxn id="4" idx="2"/>
          </p:cNvCxnSpPr>
          <p:nvPr/>
        </p:nvCxnSpPr>
        <p:spPr>
          <a:xfrm rot="5400000" flipH="1">
            <a:off x="5652080" y="1672148"/>
            <a:ext cx="714996" cy="8365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Running-Error"/>
          <p:cNvCxnSpPr>
            <a:cxnSpLocks/>
            <a:stCxn id="2" idx="2"/>
            <a:endCxn id="8" idx="0"/>
          </p:cNvCxnSpPr>
          <p:nvPr/>
        </p:nvCxnSpPr>
        <p:spPr>
          <a:xfrm rot="5400000">
            <a:off x="5428412" y="5510268"/>
            <a:ext cx="714997" cy="50426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Running-root_end"/>
          <p:cNvCxnSpPr>
            <a:cxnSpLocks/>
            <a:stCxn id="2" idx="2"/>
            <a:endCxn id="9" idx="0"/>
          </p:cNvCxnSpPr>
          <p:nvPr/>
        </p:nvCxnSpPr>
        <p:spPr>
          <a:xfrm rot="5400000" flipV="1">
            <a:off x="6311949" y="5797035"/>
            <a:ext cx="840604" cy="56339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Loading-Processing"/>
          <p:cNvCxnSpPr>
            <a:cxnSpLocks/>
            <a:stCxn id="5" idx="2"/>
            <a:endCxn id="6" idx="0"/>
          </p:cNvCxnSpPr>
          <p:nvPr/>
        </p:nvCxnSpPr>
        <p:spPr>
          <a:xfrm>
            <a:off x="6441421" y="2820287"/>
            <a:ext cx="0" cy="72465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Processing-Saving"/>
          <p:cNvCxnSpPr>
            <a:cxnSpLocks/>
            <a:stCxn id="6" idx="2"/>
            <a:endCxn id="7" idx="0"/>
          </p:cNvCxnSpPr>
          <p:nvPr/>
        </p:nvCxnSpPr>
        <p:spPr>
          <a:xfrm>
            <a:off x="6441421" y="3931430"/>
            <a:ext cx="0" cy="72465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18" name="reset"/>
          <p:cNvSpPr/>
          <p:nvPr/>
        </p:nvSpPr>
        <p:spPr>
          <a:xfrm>
            <a:off x="4903544" y="3588283"/>
            <a:ext cx="501555" cy="299810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reset</a:t>
            </a:r>
          </a:p>
        </p:txBody>
      </p:sp>
      <p:sp>
        <p:nvSpPr>
          <p:cNvPr id="19" name="start"/>
          <p:cNvSpPr/>
          <p:nvPr/>
        </p:nvSpPr>
        <p:spPr>
          <a:xfrm>
            <a:off x="6341053" y="1476177"/>
            <a:ext cx="472302" cy="299810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start</a:t>
            </a:r>
          </a:p>
        </p:txBody>
      </p:sp>
      <p:sp>
        <p:nvSpPr>
          <p:cNvPr id="20" name="stop"/>
          <p:cNvSpPr/>
          <p:nvPr/>
        </p:nvSpPr>
        <p:spPr>
          <a:xfrm>
            <a:off x="5750368" y="1564070"/>
            <a:ext cx="434765" cy="299810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stop</a:t>
            </a:r>
          </a:p>
        </p:txBody>
      </p:sp>
      <p:sp>
        <p:nvSpPr>
          <p:cNvPr id="21" name="fail"/>
          <p:cNvSpPr/>
          <p:nvPr/>
        </p:nvSpPr>
        <p:spPr>
          <a:xfrm>
            <a:off x="5770492" y="5612496"/>
            <a:ext cx="362058" cy="299810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fail</a:t>
            </a:r>
          </a:p>
        </p:txBody>
      </p:sp>
      <p:sp>
        <p:nvSpPr>
          <p:cNvPr id="22" name="shutdown"/>
          <p:cNvSpPr/>
          <p:nvPr/>
        </p:nvSpPr>
        <p:spPr>
          <a:xfrm>
            <a:off x="6336753" y="5612496"/>
            <a:ext cx="847337" cy="299810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shutdown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